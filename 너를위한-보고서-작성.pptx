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61" r:id="rId3"/>
    <p:sldId id="263" r:id="rId4"/>
    <p:sldId id="368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14" r:id="rId27"/>
    <p:sldId id="407" r:id="rId28"/>
    <p:sldId id="408" r:id="rId29"/>
    <p:sldId id="409" r:id="rId30"/>
    <p:sldId id="410" r:id="rId31"/>
    <p:sldId id="415" r:id="rId32"/>
    <p:sldId id="411" r:id="rId33"/>
    <p:sldId id="412" r:id="rId34"/>
    <p:sldId id="413" r:id="rId35"/>
    <p:sldId id="416" r:id="rId36"/>
    <p:sldId id="417" r:id="rId37"/>
    <p:sldId id="418" r:id="rId38"/>
    <p:sldId id="419" r:id="rId39"/>
    <p:sldId id="369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798" autoAdjust="0"/>
  </p:normalViewPr>
  <p:slideViewPr>
    <p:cSldViewPr snapToGrid="0">
      <p:cViewPr varScale="1">
        <p:scale>
          <a:sx n="97" d="100"/>
          <a:sy n="97" d="100"/>
        </p:scale>
        <p:origin x="10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10FFD-CFF6-919A-B6CD-DDEB5BB0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5D11F-A5A6-1C40-1704-000D9FAE2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6140B8-852F-6AEB-40CE-C748DFC51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분석가의 사고 과정이 아닌 </a:t>
            </a:r>
            <a:r>
              <a:rPr lang="en-US" altLang="ko-KR" dirty="0"/>
              <a:t>-&gt; </a:t>
            </a:r>
            <a:r>
              <a:rPr lang="ko-KR" altLang="en-US" dirty="0"/>
              <a:t>생존여부 예측이 아닌 왜 생존했는가를 </a:t>
            </a:r>
            <a:r>
              <a:rPr lang="ko-KR" altLang="en-US" dirty="0" err="1"/>
              <a:t>설명해야함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D6259-A1D9-FD14-02F3-DA2450FED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807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B0C2-D4F7-108A-ED32-0308243F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0115D5-816F-86B9-E98A-B21A32FAE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C4CCA2-9D79-D57A-DBD5-2C4391C3C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통계 분석이건 </a:t>
            </a:r>
            <a:r>
              <a:rPr lang="en-US" altLang="ko-KR" dirty="0"/>
              <a:t>=&gt; </a:t>
            </a:r>
            <a:r>
              <a:rPr lang="ko-KR" altLang="en-US" dirty="0" err="1"/>
              <a:t>머신러닝</a:t>
            </a:r>
            <a:r>
              <a:rPr lang="ko-KR" altLang="en-US" dirty="0"/>
              <a:t> 이건 거의 비슷하다고 </a:t>
            </a:r>
            <a:r>
              <a:rPr lang="ko-KR" altLang="en-US" dirty="0" err="1"/>
              <a:t>할수</a:t>
            </a:r>
            <a:r>
              <a:rPr lang="ko-KR" altLang="en-US" dirty="0"/>
              <a:t> 있음 </a:t>
            </a:r>
            <a:r>
              <a:rPr lang="en-US" altLang="ko-KR" dirty="0"/>
              <a:t>=&gt; </a:t>
            </a:r>
            <a:r>
              <a:rPr lang="ko-KR" altLang="en-US" dirty="0"/>
              <a:t>목차를 통해 사고의 흐름을 보여줌 </a:t>
            </a:r>
            <a:r>
              <a:rPr lang="en-US" altLang="ko-KR" dirty="0"/>
              <a:t>=&gt; </a:t>
            </a:r>
            <a:r>
              <a:rPr lang="ko-KR" altLang="en-US" dirty="0"/>
              <a:t>어설픈 논문 흉내 금지 </a:t>
            </a:r>
            <a:r>
              <a:rPr lang="en-US" altLang="ko-KR" dirty="0"/>
              <a:t>=&gt; </a:t>
            </a:r>
            <a:r>
              <a:rPr lang="ko-KR" altLang="en-US" dirty="0"/>
              <a:t>데이터 분석의 마지막은 문장력에서 나옴 </a:t>
            </a:r>
            <a:r>
              <a:rPr lang="en-US" altLang="ko-KR" dirty="0"/>
              <a:t>=&gt;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CA4A7E-F881-187E-3722-4EEC2F8D4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651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D58B-094C-D4CF-DC55-A9CABCF7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5E8CDC-F2E6-6A69-732D-509E2F282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31B0B9-5C8B-8FAF-6226-CBC95DB1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 개요 는 </a:t>
            </a:r>
            <a:r>
              <a:rPr lang="en-US" altLang="ko-KR" dirty="0"/>
              <a:t>=&gt; </a:t>
            </a:r>
            <a:r>
              <a:rPr lang="ko-KR" altLang="en-US" dirty="0"/>
              <a:t>뭘 하겠다</a:t>
            </a:r>
            <a:r>
              <a:rPr lang="en-US" altLang="ko-KR" dirty="0"/>
              <a:t>. </a:t>
            </a:r>
            <a:r>
              <a:rPr lang="ko-KR" altLang="en-US" dirty="0"/>
              <a:t>분석설계는 </a:t>
            </a:r>
            <a:r>
              <a:rPr lang="en-US" altLang="ko-KR" dirty="0"/>
              <a:t>=&gt; </a:t>
            </a:r>
            <a:r>
              <a:rPr lang="ko-KR" altLang="en-US" dirty="0"/>
              <a:t>어떻게 하겠다</a:t>
            </a:r>
            <a:r>
              <a:rPr lang="en-US" altLang="ko-KR" dirty="0"/>
              <a:t>.  </a:t>
            </a:r>
            <a:r>
              <a:rPr lang="ko-KR" altLang="en-US" dirty="0"/>
              <a:t>대부분은 </a:t>
            </a:r>
            <a:r>
              <a:rPr lang="ko-KR" altLang="en-US" dirty="0" err="1"/>
              <a:t>파이썬으로</a:t>
            </a:r>
            <a:r>
              <a:rPr lang="ko-KR" altLang="en-US" dirty="0"/>
              <a:t> </a:t>
            </a:r>
            <a:r>
              <a:rPr lang="ko-KR" altLang="en-US" dirty="0" err="1"/>
              <a:t>분석후</a:t>
            </a:r>
            <a:r>
              <a:rPr lang="ko-KR" altLang="en-US" dirty="0"/>
              <a:t> </a:t>
            </a:r>
            <a:r>
              <a:rPr lang="en-US" altLang="ko-KR" dirty="0"/>
              <a:t>=&gt; </a:t>
            </a:r>
            <a:r>
              <a:rPr lang="ko-KR" altLang="en-US" dirty="0"/>
              <a:t>프로젝트 </a:t>
            </a:r>
            <a:r>
              <a:rPr lang="ko-KR" altLang="en-US" dirty="0" err="1"/>
              <a:t>개요등의</a:t>
            </a:r>
            <a:r>
              <a:rPr lang="ko-KR" altLang="en-US" dirty="0"/>
              <a:t> 보고서를 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2A194-5AAD-476F-70FA-3A5E163BC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824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1E56-6086-3F37-ED21-1772EC90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888EDF-825F-AAEF-00A1-8DC7CE8DC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6BEE21-584D-B7B0-F545-5356C3649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구조에 있어서 현실 </a:t>
            </a:r>
            <a:r>
              <a:rPr lang="ko-KR" altLang="en-US" dirty="0" err="1"/>
              <a:t>문제및</a:t>
            </a:r>
            <a:r>
              <a:rPr lang="ko-KR" altLang="en-US" dirty="0"/>
              <a:t> 사회적 사항을 있을 것이다</a:t>
            </a:r>
            <a:r>
              <a:rPr lang="en-US" altLang="ko-KR" dirty="0"/>
              <a:t>. </a:t>
            </a:r>
            <a:r>
              <a:rPr lang="ko-KR" altLang="en-US" dirty="0"/>
              <a:t>라는 문제적 상황을 제기   </a:t>
            </a:r>
            <a:r>
              <a:rPr lang="en-US" altLang="ko-KR" dirty="0"/>
              <a:t>=&gt; </a:t>
            </a:r>
            <a:r>
              <a:rPr lang="ko-KR" altLang="en-US" dirty="0"/>
              <a:t>프로젝트의 정당성을 설명 </a:t>
            </a:r>
            <a:r>
              <a:rPr lang="en-US" altLang="ko-KR" dirty="0"/>
              <a:t>=&gt; </a:t>
            </a:r>
            <a:r>
              <a:rPr lang="ko-KR" altLang="en-US" dirty="0"/>
              <a:t>유의 사항 </a:t>
            </a:r>
            <a:r>
              <a:rPr lang="en-US" altLang="ko-KR" dirty="0"/>
              <a:t>: </a:t>
            </a:r>
            <a:r>
              <a:rPr lang="ko-KR" altLang="en-US" dirty="0"/>
              <a:t>변수 설명 분석 방법 통계결과 모델 성능 언급 금지</a:t>
            </a:r>
            <a:r>
              <a:rPr lang="en-US" altLang="ko-KR" dirty="0"/>
              <a:t>. .</a:t>
            </a:r>
            <a:r>
              <a:rPr lang="ko-KR" altLang="en-US" dirty="0"/>
              <a:t>결론 단정 금지  </a:t>
            </a:r>
            <a:r>
              <a:rPr lang="en-US" altLang="ko-KR" dirty="0"/>
              <a:t>=&gt; </a:t>
            </a:r>
            <a:r>
              <a:rPr lang="ko-KR" altLang="en-US" dirty="0"/>
              <a:t>데이터 분석의 끝은 인문학적 상항</a:t>
            </a:r>
            <a:r>
              <a:rPr lang="en-US" altLang="ko-KR" dirty="0"/>
              <a:t>. =&gt; </a:t>
            </a:r>
            <a:r>
              <a:rPr lang="ko-KR" altLang="en-US" dirty="0"/>
              <a:t>스토리 </a:t>
            </a:r>
            <a:r>
              <a:rPr lang="ko-KR" altLang="en-US" dirty="0" err="1"/>
              <a:t>텔링</a:t>
            </a:r>
            <a:r>
              <a:rPr lang="ko-KR" altLang="en-US" dirty="0"/>
              <a:t> 능력이 필요함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8A857-ED97-65C6-5223-F89A80FAD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41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DE39-FE85-9775-D411-8B76ADCA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78795-64E1-0F2C-207F-A2A2A4066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C6BE9-F6C7-3C77-5611-D73CA96BB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 목적이 불명확 </a:t>
            </a:r>
            <a:r>
              <a:rPr lang="ko-KR" altLang="en-US" dirty="0" err="1"/>
              <a:t>한채로</a:t>
            </a:r>
            <a:r>
              <a:rPr lang="ko-KR" altLang="en-US" dirty="0"/>
              <a:t> 분석이 들어 가는 경우가 많음</a:t>
            </a:r>
            <a:r>
              <a:rPr lang="en-US" altLang="ko-KR" dirty="0"/>
              <a:t>. </a:t>
            </a:r>
            <a:r>
              <a:rPr lang="ko-KR" altLang="en-US" dirty="0"/>
              <a:t>내 분석에 대한 가설을 먼저 </a:t>
            </a:r>
            <a:r>
              <a:rPr lang="ko-KR" altLang="en-US" dirty="0" err="1"/>
              <a:t>세울것</a:t>
            </a:r>
            <a:r>
              <a:rPr lang="en-US" altLang="ko-KR" dirty="0"/>
              <a:t>. </a:t>
            </a:r>
            <a:r>
              <a:rPr lang="ko-KR" altLang="en-US" dirty="0"/>
              <a:t>분석 결과 예고 안됨</a:t>
            </a:r>
            <a:r>
              <a:rPr lang="en-US" altLang="ko-KR" dirty="0"/>
              <a:t>. </a:t>
            </a:r>
            <a:r>
              <a:rPr lang="ko-KR" altLang="en-US" dirty="0"/>
              <a:t>변수 선택 언급 안됨</a:t>
            </a:r>
            <a:r>
              <a:rPr lang="en-US" altLang="ko-KR" dirty="0"/>
              <a:t>. </a:t>
            </a:r>
            <a:r>
              <a:rPr lang="ko-KR" altLang="en-US" dirty="0"/>
              <a:t>모델이름 성능 지표 안됨</a:t>
            </a:r>
            <a:r>
              <a:rPr lang="en-US" altLang="ko-KR" dirty="0"/>
              <a:t>. </a:t>
            </a:r>
            <a:r>
              <a:rPr lang="ko-KR" altLang="en-US" dirty="0"/>
              <a:t>분석 목적과 분석 방법을 혼동을 </a:t>
            </a:r>
            <a:r>
              <a:rPr lang="ko-KR" altLang="en-US" dirty="0" err="1"/>
              <a:t>많이함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질문</a:t>
            </a:r>
            <a:r>
              <a:rPr lang="en-US" altLang="ko-KR" dirty="0"/>
              <a:t>(</a:t>
            </a:r>
            <a:r>
              <a:rPr lang="ko-KR" altLang="en-US" dirty="0"/>
              <a:t>가정</a:t>
            </a:r>
            <a:r>
              <a:rPr lang="en-US" altLang="ko-KR" dirty="0"/>
              <a:t>) </a:t>
            </a:r>
            <a:r>
              <a:rPr lang="ko-KR" altLang="en-US" dirty="0"/>
              <a:t>이 없는 분석도 안됨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4BB355-3C7A-2540-66F7-B353E833F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948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DA98B-0241-8F0C-C806-53868A7F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743A48-5E28-F114-081A-71FF688CB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587517-4240-EED6-8E3C-0FA1E380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 범위를 설정 하고 들어 </a:t>
            </a:r>
            <a:r>
              <a:rPr lang="ko-KR" altLang="en-US" dirty="0" err="1"/>
              <a:t>갈것</a:t>
            </a:r>
            <a:r>
              <a:rPr lang="en-US" altLang="ko-KR" dirty="0"/>
              <a:t>. </a:t>
            </a:r>
            <a:r>
              <a:rPr lang="ko-KR" altLang="en-US" dirty="0"/>
              <a:t>어떠한 관점으로 해석 하겠다</a:t>
            </a:r>
            <a:r>
              <a:rPr lang="en-US" altLang="ko-KR" dirty="0"/>
              <a:t>. </a:t>
            </a:r>
            <a:r>
              <a:rPr lang="ko-KR" altLang="en-US" dirty="0"/>
              <a:t>어떤 관점에서 해석 하겠다 범위를 줄여 </a:t>
            </a:r>
            <a:r>
              <a:rPr lang="ko-KR" altLang="en-US" dirty="0" err="1"/>
              <a:t>나갈것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FE2F9-413F-B286-D9E1-351A32689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94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B844-FBDE-0C9C-84C2-C4CFF939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A37ACB-F814-94D3-74E7-9F200ED9E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7EFF04-D9EA-CC15-AF06-004C5F844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이페이지는</a:t>
            </a:r>
            <a:r>
              <a:rPr lang="ko-KR" altLang="en-US" dirty="0"/>
              <a:t> 앞페이지들이 왜 필요하고 </a:t>
            </a:r>
            <a:r>
              <a:rPr lang="en-US" altLang="ko-KR" dirty="0"/>
              <a:t>– </a:t>
            </a:r>
            <a:r>
              <a:rPr lang="ko-KR" altLang="en-US" dirty="0"/>
              <a:t>중요한지</a:t>
            </a:r>
            <a:r>
              <a:rPr lang="en-US" altLang="ko-KR" dirty="0"/>
              <a:t>. </a:t>
            </a:r>
            <a:r>
              <a:rPr lang="ko-KR" altLang="en-US" dirty="0"/>
              <a:t>기대효과가 자기 </a:t>
            </a:r>
            <a:r>
              <a:rPr lang="ko-KR" altLang="en-US" dirty="0" err="1"/>
              <a:t>피알</a:t>
            </a:r>
            <a:r>
              <a:rPr lang="ko-KR" altLang="en-US" dirty="0"/>
              <a:t> 처럼 되지 않기 </a:t>
            </a:r>
            <a:r>
              <a:rPr lang="en-US" altLang="ko-KR" dirty="0"/>
              <a:t>. </a:t>
            </a:r>
            <a:r>
              <a:rPr lang="ko-KR" altLang="en-US" dirty="0"/>
              <a:t>결론 미리 언급 금지 </a:t>
            </a:r>
            <a:r>
              <a:rPr lang="en-US" altLang="ko-KR" dirty="0"/>
              <a:t>.</a:t>
            </a:r>
            <a:r>
              <a:rPr lang="ko-KR" altLang="en-US" dirty="0"/>
              <a:t>과장 금지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9F53CB-D2D5-CC3B-D8DA-FDB9B435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944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5F39-0028-5A68-FFDD-6C1250B51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566980-11F7-09F4-DCD1-77C902999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47C959-005A-2FB5-D846-A5F89DB47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41F31-555E-C32D-1E57-D5ED08736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42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D77A-05E2-3245-831E-1AC5F9A3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1B7A0E-316A-A66E-83CF-2C300124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B8FAEE-93E8-18EC-D717-E3A4F50E8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결과 제시는 안됨 </a:t>
            </a:r>
            <a:r>
              <a:rPr lang="en-US" altLang="ko-KR" dirty="0"/>
              <a:t>=&gt; </a:t>
            </a:r>
            <a:r>
              <a:rPr lang="ko-KR" altLang="en-US" dirty="0"/>
              <a:t>실제 분석 보고 순서와 프로세스가 </a:t>
            </a:r>
            <a:r>
              <a:rPr lang="ko-KR" altLang="en-US" dirty="0" err="1"/>
              <a:t>일치해야함</a:t>
            </a:r>
            <a:r>
              <a:rPr lang="ko-KR" altLang="en-US" dirty="0"/>
              <a:t> </a:t>
            </a:r>
            <a:r>
              <a:rPr lang="en-US" altLang="ko-KR" dirty="0"/>
              <a:t>=&gt; </a:t>
            </a:r>
            <a:r>
              <a:rPr lang="ko-KR" altLang="en-US" dirty="0"/>
              <a:t>각 </a:t>
            </a:r>
            <a:r>
              <a:rPr lang="ko-KR" altLang="en-US" dirty="0" err="1"/>
              <a:t>단게에서</a:t>
            </a:r>
            <a:r>
              <a:rPr lang="ko-KR" altLang="en-US" dirty="0"/>
              <a:t> 무엇을 판단해야 하는가 서술 </a:t>
            </a:r>
            <a:r>
              <a:rPr lang="en-US" altLang="ko-KR" dirty="0"/>
              <a:t>=&gt; </a:t>
            </a:r>
            <a:r>
              <a:rPr lang="ko-KR" altLang="en-US" dirty="0"/>
              <a:t>역할구분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BADDB-5E21-59C7-655A-9CD2ECBF3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398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A703-B6C6-0616-5B3F-8A8378A6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9CF810-4013-8BFD-BF27-7025A2934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7BBA54-840F-EE74-D671-62A726AB5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분석에서는 출처는 매우 중요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A818D2-585E-67D7-C556-601A05E32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676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5745-F851-2B3B-2B82-6B9931DD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7A812-B607-79B8-8E74-42763A1A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81E23C-4D0A-AFA9-0599-CEC88178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FE7251-ABBE-4411-2E83-415B26BE5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42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5A39-77C0-D514-495D-B05BA6BC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BA16E3-B9ED-F9E0-17BE-563A91EC0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CF51AE-E567-0AE0-0271-E12EDFC3E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그래프 많으면 역효과 날수도 있음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8AE90-CC33-C474-4A1D-4452BA892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726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FA29-F5C2-12E4-0DC2-0DED821E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4668DF-2A2D-03A9-430B-48211D33E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A94E75-F0CB-3E5C-EA42-B15515B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적용 근거 제공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E725A-A400-8943-29A6-37C7FA380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900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F51D-244F-CD97-C77C-4279F537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F1051B-6D9B-79B1-D143-E01EC2367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0474AB-71A8-C430-B25B-087CD5FA3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통계적 유의성 회귀계수 언급 해석 안됨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71A1E-EB24-26B7-C11F-C69B2B1EA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983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F524-EA85-E5D9-147E-26DC4724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B0E062-7D73-72B4-92B7-4A84013CA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3F801F-35EF-54B1-5423-3EF60B2F7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아닌거</a:t>
            </a:r>
            <a:r>
              <a:rPr lang="ko-KR" altLang="en-US" dirty="0"/>
              <a:t> 같아도 </a:t>
            </a:r>
            <a:r>
              <a:rPr lang="ko-KR" altLang="en-US" dirty="0" err="1"/>
              <a:t>우겨야함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592013-787A-F987-5101-81DC3E333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614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0020-3230-6E04-1681-C8FABD0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CBC549-868B-A4EB-B778-BDEC27940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96D68C-977C-716C-039E-223809B97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페이지가 나오기 전까지 로지스틱인지 선형회귀 모델인지를 판단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25240-1763-6BA1-7F6A-CAC8385A1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13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0AA7-8FCC-17F6-CA9C-57C023E0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DAFC5C-3683-E313-0101-CF522E3A3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13DEF1-B62F-007F-54F0-29DEE6264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45A8E-2084-742D-1AFF-31C4883A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41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D403-3431-AD92-8407-8246C62F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8AC6F-CBF7-64AB-591B-1622F4A18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B0F42D-DEFA-F700-7673-63F13827C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종속 변수와의 관계 언급 지양</a:t>
            </a:r>
            <a:r>
              <a:rPr lang="en-US" altLang="ko-KR" dirty="0"/>
              <a:t>. </a:t>
            </a:r>
            <a:r>
              <a:rPr lang="ko-KR" altLang="en-US" dirty="0"/>
              <a:t>원인 설명 </a:t>
            </a:r>
            <a:r>
              <a:rPr lang="ko-KR" altLang="en-US" dirty="0" err="1"/>
              <a:t>하는건</a:t>
            </a:r>
            <a:r>
              <a:rPr lang="ko-KR" altLang="en-US" dirty="0"/>
              <a:t> 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15213-8107-1B39-9FA9-5F18804ED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719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F1E8-45F0-21EA-2C18-F3721970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B10886-9044-6F8D-951C-107AF058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B1A8A-692A-AA9B-ED5B-E736526AF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28519-8A3E-371D-7A5B-1A775B806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137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CCC0-3E17-F5DF-99AD-78C5794B8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526E72-42A5-9DF2-656C-804E72FC5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4B6E6-10AD-70E0-4E9B-991C1C25E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FFE2A-EB8D-9391-7E58-83262E3AC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752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332E6-DB3D-EF72-5BB6-F7BA5920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CFFF57-7A0A-E782-05A8-C6F4F16B3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B53A27-7222-6FF8-D3AC-56E0877DC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5C7F4-4C22-D088-10A3-75C7AD7B4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6296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557C-2E40-BCF3-0A99-827D82EC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5AA07-DAFF-E73B-CB32-4953A53B8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16268F-AA84-345F-12CF-5CB0D1F32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D6A051-B954-7743-6F96-E0C2E2067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2354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EA707-D4D2-B808-891C-319FF63A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05100-AF8A-69A0-A912-A6D476B26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F39A59-020D-BD4A-21A4-830A91497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ECF3B-A878-B300-409F-E5D52B69A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4085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A8E4-EFD1-B8B1-E77D-0B7E1138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1A579-564D-9FA5-7B5E-BE6D4C159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B1FF31-52DE-7DA7-1DFC-FC3A85A24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59FC6-A1F1-2371-E5DA-B7F825E4A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772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DAF3-AF43-26DB-50BD-9DFCEC77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7B22F7-2239-B6DA-1797-2D9F7780E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FC6A30-A903-5580-2B52-6E7F50EBD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분석가의 사고 과정이 아닌 </a:t>
            </a:r>
            <a:r>
              <a:rPr lang="en-US" altLang="ko-KR" dirty="0"/>
              <a:t>-&gt; </a:t>
            </a:r>
            <a:r>
              <a:rPr lang="ko-KR" altLang="en-US" dirty="0"/>
              <a:t>생존여부 예측이 아닌 왜 생존했는가를 </a:t>
            </a:r>
            <a:r>
              <a:rPr lang="ko-KR" altLang="en-US" dirty="0" err="1"/>
              <a:t>설명해야함</a:t>
            </a:r>
            <a:r>
              <a:rPr lang="ko-KR" altLang="en-US" dirty="0"/>
              <a:t> </a:t>
            </a:r>
            <a:r>
              <a:rPr lang="en-US" altLang="ko-KR" dirty="0"/>
              <a:t>=&gt; </a:t>
            </a:r>
            <a:r>
              <a:rPr lang="ko-KR" altLang="en-US" dirty="0"/>
              <a:t>예측보다 증명이 우선임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C3822-CA56-7A5B-217A-8119A8C39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438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2AAB3-D13D-A2A9-8812-65B258F2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2E62AC-C6F8-FD3E-D203-C944EB85F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9FC9C-EE71-36E5-5AD9-7B453727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분석가의 사고 과정이 아닌 </a:t>
            </a:r>
            <a:r>
              <a:rPr lang="en-US" altLang="ko-KR" dirty="0"/>
              <a:t>-&gt; </a:t>
            </a:r>
            <a:r>
              <a:rPr lang="ko-KR" altLang="en-US" dirty="0"/>
              <a:t>생존여부 예측이 아닌 왜 생존했는가를 </a:t>
            </a:r>
            <a:r>
              <a:rPr lang="ko-KR" altLang="en-US" dirty="0" err="1"/>
              <a:t>설명해야함</a:t>
            </a:r>
            <a:r>
              <a:rPr lang="ko-KR" altLang="en-US" dirty="0"/>
              <a:t> </a:t>
            </a:r>
            <a:r>
              <a:rPr lang="en-US" altLang="ko-KR" dirty="0"/>
              <a:t>=&gt; </a:t>
            </a:r>
            <a:r>
              <a:rPr lang="ko-KR" altLang="en-US" dirty="0"/>
              <a:t>예측보다 증명이 우선임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7756D-9DE9-8272-16F3-C07237264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1308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818A6-00C0-AA86-1B58-A5A77581A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84C2A4-9430-F822-D66D-CA95FAC1E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0A34E6-B159-8AE5-513B-3473FD703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E40BBB-BD38-4B3B-93BF-ABA335821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412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CE6D-6BE9-9AB5-7A78-605AF5D2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8F386D-38BC-69AB-F936-479BE0569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ABB28-2592-6594-469E-202AFF74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0D5256-56CB-99BC-7EBC-F85FB0604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6587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B2C0-B0A5-3F67-ED4D-753B7430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61CAE4-CB68-1994-6F35-1984714F7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9EAF78-0DDA-CE88-7986-5647EF58D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인과 관계에 대한 단정은 아님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D0A613-CEC5-74F6-6F5D-189D4D13A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6872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4D9B-E081-53BD-3CBC-E0737279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8C1861-A757-BC18-08A8-D79230306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9FEF48-031B-38BB-FCC1-CA0E09111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69F97-48D8-AA43-D31C-CA1126BEF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823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2219-6DD0-F6DA-0ACD-63936DD9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627BBC-5E4E-E486-7747-A365B3194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B6EEF7-ECE9-6091-67C7-5B1E2DC99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91600B-C44A-7185-B951-4DF56746C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439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B008-600F-F33D-CAB1-B262F83DB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F749C4-2E00-6A34-5F9C-F9A3C56B2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3063C7-31DB-1D7F-35CE-C164EAD79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새로은</a:t>
            </a:r>
            <a:r>
              <a:rPr lang="ko-KR" altLang="en-US" dirty="0"/>
              <a:t> 가설은 추가 분석 결과 제시</a:t>
            </a:r>
            <a:r>
              <a:rPr lang="en-US" altLang="ko-KR" dirty="0"/>
              <a:t>(X) =&gt; </a:t>
            </a:r>
            <a:r>
              <a:rPr lang="ko-KR" altLang="en-US" dirty="0"/>
              <a:t>연구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916499-7EF8-F143-04AA-D8DBDD482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719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2AB1-C7ED-118C-4CB3-52E15BEE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3E1B1F-110B-2B6B-5BDE-250AE2695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981BB8-437A-3E5E-07E6-48733B3C3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시사점 </a:t>
            </a:r>
            <a:r>
              <a:rPr lang="en-US" altLang="ko-KR" dirty="0"/>
              <a:t>=&gt; </a:t>
            </a:r>
            <a:r>
              <a:rPr lang="ko-KR" altLang="en-US" dirty="0"/>
              <a:t>하나만 적어도 됨  </a:t>
            </a:r>
            <a:r>
              <a:rPr lang="en-US" altLang="ko-KR" dirty="0"/>
              <a:t>=&gt; </a:t>
            </a:r>
            <a:r>
              <a:rPr lang="ko-KR" altLang="en-US" dirty="0"/>
              <a:t>억지스럽게도 뽑아 </a:t>
            </a:r>
            <a:r>
              <a:rPr lang="ko-KR" altLang="en-US" dirty="0" err="1"/>
              <a:t>낼것</a:t>
            </a:r>
            <a:r>
              <a:rPr lang="ko-KR" altLang="en-US" dirty="0"/>
              <a:t> </a:t>
            </a:r>
            <a:r>
              <a:rPr lang="en-US" altLang="ko-KR" dirty="0"/>
              <a:t>=&gt; </a:t>
            </a:r>
            <a:r>
              <a:rPr lang="ko-KR" altLang="en-US" dirty="0" err="1"/>
              <a:t>돈있는</a:t>
            </a:r>
            <a:r>
              <a:rPr lang="ko-KR" altLang="en-US" dirty="0"/>
              <a:t> 사람이 살아 남더라 </a:t>
            </a:r>
            <a:r>
              <a:rPr lang="en-US" altLang="ko-KR" dirty="0"/>
              <a:t>=&gt; </a:t>
            </a:r>
            <a:r>
              <a:rPr lang="ko-KR" altLang="en-US" dirty="0"/>
              <a:t>정책  </a:t>
            </a:r>
            <a:r>
              <a:rPr lang="en-US" altLang="ko-KR" dirty="0"/>
              <a:t>=&gt; </a:t>
            </a:r>
            <a:r>
              <a:rPr lang="ko-KR" altLang="en-US" dirty="0"/>
              <a:t>정책을 직접 처방 안됨</a:t>
            </a:r>
            <a:r>
              <a:rPr lang="en-US" altLang="ko-KR" dirty="0"/>
              <a:t>.  </a:t>
            </a:r>
            <a:r>
              <a:rPr lang="ko-KR" altLang="en-US" dirty="0"/>
              <a:t>결과에 대해서 </a:t>
            </a:r>
            <a:r>
              <a:rPr lang="en-US" altLang="ko-KR" dirty="0"/>
              <a:t>=&gt; </a:t>
            </a:r>
            <a:r>
              <a:rPr lang="ko-KR" altLang="en-US" dirty="0"/>
              <a:t>단정적 주장 금지 </a:t>
            </a:r>
            <a:r>
              <a:rPr lang="en-US" altLang="ko-KR" dirty="0"/>
              <a:t>=&gt;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FB5177-59ED-D935-5F51-8A220B120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8621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4B06-7491-E5A3-F4C1-FC2444AA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D43ECE-3386-04AA-9D68-DF495EFD7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79B72-BEFC-8356-365E-FCDCAF15D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개선점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23B3F2-1373-1B15-7863-ADF76DAD0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1112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C2D88-ED11-0131-4BF2-1DD98E18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5C2CEA-2837-3EF2-646C-E8CE653EB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6EAD5C-66D3-BC4E-7A29-04ADCE95B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분석가의 사고 과정이 아닌 </a:t>
            </a:r>
            <a:r>
              <a:rPr lang="en-US" altLang="ko-KR" dirty="0"/>
              <a:t>-&gt; </a:t>
            </a:r>
            <a:r>
              <a:rPr lang="ko-KR" altLang="en-US" dirty="0"/>
              <a:t>생존여부 예측이 아닌 왜 생존했는가를 </a:t>
            </a:r>
            <a:r>
              <a:rPr lang="ko-KR" altLang="en-US" dirty="0" err="1"/>
              <a:t>설명해야함</a:t>
            </a:r>
            <a:r>
              <a:rPr lang="ko-KR" altLang="en-US" dirty="0"/>
              <a:t> </a:t>
            </a:r>
            <a:r>
              <a:rPr lang="en-US" altLang="ko-KR" dirty="0"/>
              <a:t>=&gt; </a:t>
            </a:r>
            <a:r>
              <a:rPr lang="ko-KR" altLang="en-US" dirty="0"/>
              <a:t>예측보다 증명이 우선임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C7A15B-1598-AAF6-3DE0-F367D892C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645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0B93-D74E-1762-7054-8F259520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8C3BA4-E260-A3AA-5DF0-7975CA9D2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039679-82F3-5AAC-CA13-68A8C81F9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40DDE-301F-FCAC-6D29-7F2C4A031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40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-681134" y="2007510"/>
            <a:ext cx="8024326" cy="1280159"/>
          </a:xfrm>
        </p:spPr>
        <p:txBody>
          <a:bodyPr/>
          <a:lstStyle/>
          <a:p>
            <a:pPr algn="ctr"/>
            <a:r>
              <a:rPr lang="en-US" altLang="ko-KR" sz="3600" dirty="0"/>
              <a:t>	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너를 위한 분석 보고서</a:t>
            </a:r>
            <a:b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203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2097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EDA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의 이해</a:t>
            </a: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394385" y="2666409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cxnSpLocks/>
          </p:cNvCxnSpPr>
          <p:nvPr/>
        </p:nvCxnSpPr>
        <p:spPr>
          <a:xfrm>
            <a:off x="3225101" y="5070548"/>
            <a:ext cx="5055772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79709" y="1882314"/>
            <a:ext cx="3485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탐색적 분석</a:t>
            </a:r>
            <a:r>
              <a:rPr lang="en-US" altLang="ko-KR" sz="3200" b="1" dirty="0"/>
              <a:t>(EDA)</a:t>
            </a:r>
            <a:endParaRPr lang="ko-KR" altLang="en-US" sz="3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380216" y="3015320"/>
            <a:ext cx="2100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001 EDA</a:t>
            </a:r>
            <a:r>
              <a:rPr lang="ko-KR" altLang="en-US" sz="2800" u="sng" dirty="0">
                <a:solidFill>
                  <a:schemeClr val="bg2">
                    <a:lumMod val="25000"/>
                  </a:schemeClr>
                </a:solidFill>
              </a:rPr>
              <a:t>란</a:t>
            </a:r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?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0216" y="3826279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5748B-980D-5894-188D-8EB2BDB640D7}"/>
              </a:ext>
            </a:extLst>
          </p:cNvPr>
          <p:cNvSpPr txBox="1"/>
          <p:nvPr/>
        </p:nvSpPr>
        <p:spPr>
          <a:xfrm>
            <a:off x="3369515" y="4554743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1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4998-5EF4-3B0B-5FBC-326F7865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293460-A5CE-DC11-4FD7-F8CD68D2A588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F4C80A-733E-7F4C-FA68-CCAD892A42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B9C87F0-726F-E4D6-7B79-65CDF9B5FD95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39C63A8D-7FBA-8FFA-D7A9-CC206CD984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402C54-D1AB-758C-5496-5F7A0C419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AB803B-0778-AB9B-058F-8965DDB82C13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</p:spTree>
    <p:extLst>
      <p:ext uri="{BB962C8B-B14F-4D97-AF65-F5344CB8AC3E}">
        <p14:creationId xmlns:p14="http://schemas.microsoft.com/office/powerpoint/2010/main" val="1854698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13A5E-C3B3-6DEA-1644-A4A54D3A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992D3D-C132-68F7-76DF-325A925B5C20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40D5F2-4BD8-29F1-E7F4-6FCB4A4CBF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7EE7877-2A46-C762-782B-D0B7C5E3359C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62365AF-7DFD-2B77-F135-00106CF4F3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B875A0-1715-1993-2282-5FB091544859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보고서의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목차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1807FE-D5DE-A14D-1E1C-391227EE5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98880"/>
            <a:ext cx="12192000" cy="544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4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6B7F-36F6-AA75-9326-6CF612A5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6462EE-DFA9-7168-F6CF-B0E0CBD81B6A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D40438-5A69-75FC-30C3-D61D3D7866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86DE71C-5D88-0580-D6D2-FEA667A0DAF0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4865F47-EEA3-642C-D2F1-D4FBCDDBDA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034DA6-909E-79FC-B626-2B994A6F1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0BF0C-976F-4026-962A-2BB400C565FF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0F4ADD-D841-87C7-1E7D-594996A4F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56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5096-DB66-0C43-12B8-9E65375C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77C642-E62D-A2A4-A003-009252AC3699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3C755C-2F65-6334-CDA8-0CA3D77047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338A95A-AEFF-7BB7-D45A-702059001D6D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177AA4D-7991-7805-7888-A817135444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37394D-495B-E238-F660-3DFAC075E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9C8C6-249A-379B-FFFA-7BB1807ACF7B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73E2EC-DBF6-E7B9-4ED7-80CCA2CB5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1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D063-134F-3F54-5A6F-615B92AD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7963304-E208-5C78-FD25-44242B6D7A5E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45DDAE-03BB-CB74-FC31-7EE5177763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A13D785-62B7-A47C-97A8-FC67E083C69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01E8717-CD4B-74D9-757E-70B9930E4D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D66937-B00B-913E-ABD9-75CC6037D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FDE79-9C27-9516-443B-A7311AB6D86A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99E990-80FC-0630-AFAA-4F1BDBE17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80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0E19-9EAD-A2A0-0850-C7DC90D75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10865B-0DF8-035B-0399-1A5DCB6C50BC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8BAB47-F2D5-23BA-B45A-B0FAF6E9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2B7C04-FB6B-66C4-6327-C7F6EB3ACAB1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7089F95-F067-5120-2838-9E219DB991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AEA457-DFE0-8D70-6776-368A0AB90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CA14AE-553B-AFFF-2D55-117EE666B80E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8941D0-34A3-39DE-F619-64F4BB394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60960"/>
            <a:ext cx="12192000" cy="68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1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A14A-F0B6-AEBF-B8AE-1C66D1CB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79E1DE-52B8-EFA8-8682-AC7ECA558D18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15EC02-7C47-B3C2-C49B-E3C6E51C10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D648B68-C84D-52DD-52BD-FE3518BE87A7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FA9C770-07B7-A63C-2A5C-B5AA4CFC13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A18D3C-0E96-2448-D3F4-63BBBCF77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E09BEA-7E46-0BBF-030D-1527C627B181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F09F96-75AA-A6A6-CA8A-950D4AC00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18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B473-F787-4FAC-4569-A124E326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FCAA41B-3A7E-0E44-6478-D219E5F6B66B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E196D7-46D0-7FD0-1180-6DEB79B5F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4E5E48B-E67A-1343-4608-06FC68B350F7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10F7C30-E0FA-104D-1369-BCB4EE6910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6B2CC8-D7B0-B16E-9126-AAA5EA2A2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5985A1-DF00-3FE5-EF96-7683E89905D1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71CAE5-DDBF-9944-D5D3-4C10D2597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46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063A-539E-8E30-5F07-381C9ED3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AEB8A4-C945-8482-1819-769B432F735A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C7EB0A-E6F8-7C80-FA74-4235B869D62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5F63FDD-8567-BD4E-73C8-B38725D5BE3D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DE9BDA7B-393E-EFE2-814B-03CFE609D4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2BB3F8-0C38-5770-A18C-13DFC6FC2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1C9C3F-EC13-62DC-7E85-E971994B063D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7EA39E-30F6-A17D-A425-83F9FFFA93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2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7DA7-315D-85EF-757E-59526A68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44AE8F-43D4-22E0-EF4D-0543EFA5E642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A16A45-A789-DF7C-243D-3D2582E0A3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A922AFD-1DBC-B824-D79D-E7C3BE055FA9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F47F8CB4-6848-EBE3-B8E5-9F3EB3C68B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CD6DAC-62A5-6566-792D-B4F6EB775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62FB4D-646F-6644-78C7-4F1507281BC8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F50B8A-BD2C-3B01-5133-76AA9E02C1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80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B7DD-9C82-B3D8-107F-1C90D2B0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ECB77D-5E47-6197-9F3A-24A1E6E6C7F7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B8BC9C-F9F3-13E3-2661-446BFE1407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32D1D4C-FF6C-A8DD-E3EA-F5BFF0506724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CCE21A3-8B40-FF52-F686-66E80CE6FE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7ABCBA5-E7F9-4BD7-EAE8-7D53FDCCB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F427D-E2EE-2627-E05E-B43136423A4C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38D8DB-5F7D-8089-B224-62C363800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26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A4F2-3ACA-2B75-6E48-E70535000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0E2430D-1372-35B2-9A0C-D16E103B86DC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B29117-8E74-3B89-3B8C-35D2B37EFB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E295711-BEF9-7658-E4E3-2CA05557760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5E72383-2212-0B52-EA1A-01FE44510E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DC761A-753B-1533-C9B6-19C8B6C80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22C012-CAF2-8213-5E89-AD5DD3BB6FDC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C4F8E1-EF48-4817-A523-196A342A8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23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D8D3-C301-1144-39E8-BE20E27B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5CB5CC8-EDD2-5515-290A-4FAC2BC4222E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04A829-F3A1-6411-64D4-AC1611F71F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78FD751-842C-2BF3-AA4D-6CB11EA46606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F0A14DC6-5D62-D5AF-4ED2-3C0C418773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7F42A2-3BD1-C05B-B3AA-00D8B2AAA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B2C072-F8CB-C7DA-F6E2-30636C1AA3E3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77EEA5-FF26-4EC0-E645-A6EA55308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63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96F4-F377-746A-F9B7-25458A9F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3FE39A-A7AD-C8CF-4474-B84EC685F088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357B99-5C50-9498-917E-40F856D6D5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E2515B0-A045-3BBA-1F4F-315B68020EC7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8222696-CE98-BF81-739D-0C68E9924A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1ACEFA-FCE7-B24B-A1D8-F3F02DBA6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BD2983-B539-A785-A345-7A42434EB704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8CE3EC-258D-9A10-1450-0C902492D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1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DBAF-9AA4-A937-47C2-F83522CE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872EB6-BED3-8236-0837-5DB35D81BC88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1EF9B3-E8B7-6FDE-F956-E7CC8A2E06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C641547-17C8-9479-3565-F09960049B01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F8946A2-FAD1-80DA-7ADF-71DBBA26C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AFD42F-5F56-DD99-F15F-CE1AC069F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C22614-F8EF-1535-D886-96343D331C61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911DB1-7D9E-E380-06AD-29D8DE92A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38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1CEA-A58F-4FA8-A03C-5DB3A1FF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1124D9-FE42-875E-36F0-675272B91572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913F52-1E7B-F8AF-725E-CB90968F61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F699A7-3C28-A457-71C0-0AA78115C7A9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58AE530-C3C7-F55E-B87E-EB6FD0B61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09B903-155E-CECD-D9AC-59DF31F7F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B85F4C-E772-E0C1-7DA8-A2F02B497BFC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339BA9-D1A8-DB67-09D4-BABDFECB4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75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4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70C8-1897-BB05-36F6-D3A22B99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000C247-EB89-D60B-7C40-F07E56C7CE3E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24AB04-B545-31EC-23B3-C1D4075A45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8917B4F-9C3A-1FD7-47D2-FD99F813B345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C0FC7191-4D56-B67B-59B6-B9E28325A7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150850-73F3-93C3-D861-22D946B12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B9CA77-2CF7-9372-9360-1CD0C23436DB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6E3AD1-1E13-6644-CB53-DC2696A6A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6171"/>
            <a:ext cx="12192000" cy="680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1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7A5E-2F25-93FE-FA61-0F22D41E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C7230C1-1D39-8709-E521-8E26BA693DC6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5E2368-E1AF-8792-409F-146F09CAFA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B77D3E-9DB9-6175-116B-3E117DA19EDC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FF20736-F8DD-CE7B-6E83-51B2A4296C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24F735-6232-5A33-D434-DB95959B7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81DBBF-2F0E-DCF3-88D0-15F85EB90458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BBE6A5-FC34-279E-B9FB-02CA124DA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70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2A39-795F-0D27-813A-BB7B257C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C7470A-B4B4-EF7D-41A0-4312F725A855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70AD61-9C1F-8717-6F29-C35615E77F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744CF8C-24A2-3AE1-FD99-49E708BC9370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BD0E0C38-962E-F6D4-0EAB-C0BE4C6941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073E6D5-051E-C1E1-8BCA-958FB6186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203B9-C9CD-2894-8151-9108AE21468F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E785F9-294B-0E6C-658C-E0D26EAB2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82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143C-B3B2-7663-2E2E-99C41588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91BBF16-4D1E-8993-3D3A-709F47938A4C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6CD76E-0EE7-117B-0DA2-B10E77115F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7189B5B-BABE-78CE-39D0-3CF53711E42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D6A46295-9953-03D1-0884-177626FB1F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5D06E1-515A-14F0-2A49-4DC608A94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30EC17-67A8-2A92-90D6-CA52AF877A9A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0E4296A-89B8-924B-D125-BF69B85F4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76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F7472-0DED-E51D-C3CF-87EA4C48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9FDC2CC-FA4F-3B9E-FC3E-6A4D1A488480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F60C68-3F24-F5C3-9A7E-2F16E2CA97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5EDB4BC-D5FB-38E2-CCFD-BA6080D22B52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37009A94-95BD-7E55-7844-D5677DEF8C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73FC88-CA2B-862E-2316-6C370DC06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9193BD-11A8-25B8-ACA8-BE708B21AB86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A4BB16-EA19-3EE6-60B3-830803133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8355"/>
            <a:ext cx="12192000" cy="662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31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4739-7550-631E-01BA-2FFD0C0C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2BEEA8-B11F-4D74-97A1-8D498AD3707A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2B4C72-B6E1-E2AE-C862-15EC57C69E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90562FC-019A-D492-3B29-05CCD12AD71E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A49FF8B-1D3A-056E-F9D5-0298E922B7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41A857-4093-6ECC-9C55-851E6F3C5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3C3DBD-B735-E262-2F31-2C407B48BB00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AB5D75-6D4F-9FD5-0261-42F3D1D0B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37652"/>
            <a:ext cx="12192000" cy="699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46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0319-5B17-CF5D-FD5D-C2943C95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D88092-791B-A0C5-C23F-30C6C4FFD262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04A6EA-CB4F-2CA0-2FD8-D0F6846269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9A45C9E-2DDB-8E16-2DFE-300F5681802B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7A89FFA-C7D2-A6BC-7490-CD139C0EB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438F12-154D-511F-3E47-25393B115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CF89D5-D7A0-6C0A-D2C2-5D9DC04FED4B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C52EC3-A4CD-41BE-0717-2242A0F3A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37652"/>
            <a:ext cx="12192000" cy="699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29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5A0A-E7E2-5861-794F-CB662B7A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7FCCDBD-C993-B252-8FC3-27566048C72C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FF20CF-6AF7-468E-5DA1-5497AC0EEC2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33A379B-9614-9DE2-37E2-CDCFD69292E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AF96B059-9E1D-245C-CE4B-75BDC99C0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BBC19C-1783-91B5-0A46-275816322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9C1069-E29B-159F-6B42-385A0463B075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C155D4-0754-17E0-9A17-F6D8B41F66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81280"/>
            <a:ext cx="12192000" cy="684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96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9873-0C9E-D497-A671-0CF3905D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CA8756F-0DEE-CBAB-A6A5-F40BF9328868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DCAFBF-DD8F-EB70-9593-1DF65CB27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3708122-60AD-5327-27C8-7E7C4B25D99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309B41DD-103B-DE28-8C73-E0CC012835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92AEC8-3E0E-E97E-7926-4EB7592BD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800CAA-3F30-BCAA-105A-59E4ABE0FCB9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600824-9DEB-3280-49C2-20EDCA68D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40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9EE8-2F0E-5152-DC2A-92E156E0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0830E2-80A2-F325-9700-B15C6C6B923F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EB510D-FC45-FC12-9BCC-44C1BA79AE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FF63FE3-7E1A-D23C-9FC2-24A5E4D1E6E0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B66CF7EE-FCBD-CCC9-80AA-E630912C30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61D90B-92BD-D3C4-D6E8-DB67DE8D5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EFA6C7-D94C-0A28-D33A-F8B1C08ED8D9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053C3-FC7F-052C-2464-C4EF83B03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58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1F4F-5500-1690-AC4E-60A87112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6412699-0662-1063-ED07-F5B56A8824EF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4AF820-3B2D-9C79-FD4C-2CF52E0B2E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121A8A4-16CF-2D1D-B015-720F3EBA87FC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9CFCE192-3D1F-F338-A16E-0FEB5C9E07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B2DF07-E638-DE4B-D90F-B885F31BE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786C5C-710E-0CDD-A063-230CECA9EB12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67B463-70B7-F0D4-FCBD-0523DDE41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"/>
            <a:ext cx="12192000" cy="671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76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9D70-B27F-455A-D1E4-42BC0401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397E36-3E09-8FB8-15EA-2C2FF94A7B02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57B47A-D34B-4F9B-AD0F-9B75D4C1F6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9FEAA7F-AB06-5942-DB01-968265641E3D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CBCC7365-13E6-A4F7-E845-93242562F0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558B2B-AD83-4BA7-A377-CDDC09C74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7205B5-7F03-5950-6D44-BC32D6487F6D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15F68D-4209-84CA-7212-312C3CDAF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90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DD3E-3081-1604-3F45-29998A1C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ADCF21-3C6B-AE09-EF47-6AB44B2241EB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34500C-7FB5-EAE1-C940-FB051C3E27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FA09D69-B56B-3EF6-CDC7-A7F43094C611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7842F18-9E89-1914-E026-CAFC15BB4A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590BDC-971A-52AA-53FE-624F3C145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DFD559-FA13-F45C-7A88-931D534FAA3C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FBCCE8-C708-9184-B444-895F58D94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"/>
            <a:ext cx="12192000" cy="649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42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14A4-A2C9-3BD0-AB70-697113D6D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A1924A-0817-A58E-BE53-F77AF6FFE3EA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C5EFE6-5B3E-C64A-1836-09F9707386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526D51A-E08D-91DA-57AC-A7A585546271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9DFE4BD3-5584-5016-1A9A-6F6E23B0B2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99A3C0-C375-4094-5B91-FEE452FBE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E8DCC9-92E8-B1EE-3DB3-DF3349323F6D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638DA9-0E45-BD46-1524-63C86F139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94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49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A691-AB09-6AA1-C67C-66C6CA26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E73C3A-5ACF-73D0-092E-D078C83C2F94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45B0D6-C99F-6194-A1FF-1AD4EBEE011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4220743-6A07-FD0F-56A3-33900EAA992F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3533EF8B-D8F8-EAFA-314F-9DDB519EE9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AC568F-E9C0-17FB-98D1-FE258F759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D0E811-4507-0F1D-1B6C-C6F4E6150B36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50F9EC-6FAC-9C5F-F188-24E62CBAAE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2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F0DE-B4B4-F332-0608-90B12ED9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855F680-27A1-B71A-30AD-DB11032E867C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AB61DC-D31C-42D7-34E4-AE0819FAC3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AB39087-8979-CB56-0405-4358347FD5AD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B4E8A35D-A584-1699-BCC7-229EE79AA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ADBD7A-0109-A0E2-A77E-758FC485F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7DBF32-E38B-1836-87B0-B63E253AD976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46DAB1-13FF-F2A1-3B6A-0A7568D8C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13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48B1-C30E-847D-054C-7EF20EF9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34252A-CCB5-859F-0FC4-FC3A0CC52206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EB77FA-7A14-8704-B213-98136F904C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8FB6F79-DE6E-18B2-A2DC-1154409AC46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15A546BE-E349-536A-BF14-91E19D5C5A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94DF1C-E091-37C5-504F-F1CE013B0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4D8B5B-BE6F-48A2-8148-CBF17A1B93A2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4C629A-1C85-BB6F-8FFC-3624EB15E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30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22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FC30-F3BC-7D46-DD69-1E997018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772D979-4E35-45CB-11B3-6F95CEDB3B9E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7B6535-BB85-73E6-A172-17D0AD0AE7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FEFF1E8-37E2-7A44-E955-AC6A2A5F6F73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EA6F392-797E-B239-4DAE-5051454E94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5278DC-6D13-E139-ED14-679DE922C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D36983-9F6E-FC5A-59E7-06BB63B65A43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2AD2DF-7A04-D85C-EF58-9091927C1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5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A0950-25D0-0EE0-3E09-447F83A0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6D39949-8FD2-6F9D-9AD2-4C4054DF8076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5B406C-CE6B-34D1-7D46-6343D22F75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757DDC7-AF47-5D21-0761-C23AC7AE7258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8C1E9BD-2276-F65E-C343-DA185751DC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3A58CC-6A8E-FC1D-3D81-AD19F67CF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2319182"/>
            <a:ext cx="9688277" cy="2219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A1AA93-6E72-1121-0E4F-D56BFAD3811D}"/>
              </a:ext>
            </a:extLst>
          </p:cNvPr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타이타닉 예제로 본 구조적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D177FA-F8C8-CC96-8898-6C0499AB0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3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08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8BBC-8D8C-82D6-DFCF-93F30483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1C432E-A25D-0B9A-DF05-96748275B620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104E22-D2ED-2419-1A50-D18D9FAC1C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73DED23-40F3-A5E0-6CF5-3EEC316725A7}"/>
              </a:ext>
            </a:extLst>
          </p:cNvPr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73155F8-7368-D66F-16A0-E0AD7585AB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26825F-1BF3-4EEE-36D4-06F04D3E3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</TotalTime>
  <Words>593</Words>
  <Application>Microsoft Office PowerPoint</Application>
  <PresentationFormat>와이드스크린</PresentationFormat>
  <Paragraphs>104</Paragraphs>
  <Slides>39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4" baseType="lpstr">
      <vt:lpstr>HY견고딕</vt:lpstr>
      <vt:lpstr>나눔바른고딕</vt:lpstr>
      <vt:lpstr>맑은 고딕</vt:lpstr>
      <vt:lpstr>Arial</vt:lpstr>
      <vt:lpstr>Office 테마</vt:lpstr>
      <vt:lpstr> 너를 위한 분석 보고서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user220</cp:lastModifiedBy>
  <cp:revision>255</cp:revision>
  <dcterms:created xsi:type="dcterms:W3CDTF">2017-06-16T14:09:50Z</dcterms:created>
  <dcterms:modified xsi:type="dcterms:W3CDTF">2026-06-15T13:33:23Z</dcterms:modified>
</cp:coreProperties>
</file>